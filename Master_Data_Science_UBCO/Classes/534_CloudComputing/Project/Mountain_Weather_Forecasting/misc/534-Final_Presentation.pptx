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b474bf7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b474bf7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2b474bf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2b474bf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2b474bf7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2b474bf7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2b474bf7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2b474bf7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2b474bf7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2b474bf7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Mountain Weather Forecaster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579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Jamie Breault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Spandan Dey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Rex (Po Kai) </a:t>
            </a:r>
            <a:r>
              <a:rPr lang="en">
                <a:solidFill>
                  <a:schemeClr val="dk1"/>
                </a:solidFill>
              </a:rPr>
              <a:t>Tseng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Sources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Meteo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Weather forecasting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Andrew Kirmse - Lead Developer of Google Earth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CSV file of every mountain on Earth with over 100 feet of prominence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2-01 at 11.28.04 AM.png"/>
          <p:cNvPicPr preferRelativeResize="0"/>
          <p:nvPr/>
        </p:nvPicPr>
        <p:blipFill rotWithShape="1">
          <a:blip r:embed="rId3">
            <a:alphaModFix/>
          </a:blip>
          <a:srcRect b="0" l="0" r="5784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Screenshot 2026-02-01 at 11.28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 title="Screenshot 2026-02-01 at 11.30.0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LIVE  DEMO!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